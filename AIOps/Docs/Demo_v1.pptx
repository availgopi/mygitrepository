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7A94-7F93-0A9C-6A60-89C9BEEFB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E4CE1-C0A5-3E4E-FE05-38C1F89F7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03E72-609C-1006-55B3-2C4E7497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085C7-3ABB-6BBD-C637-F7CCA93A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BC5D3-60D8-FE51-9971-62AD0F1B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20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0727-D788-0F6B-BB26-4E345C49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890ED-B5DB-62EE-ACCF-D2BB00DB5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F3E3D-B00C-9261-5C75-0AD928B5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F7870-ED49-E229-AE6C-7ED9232E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86DDA-F9B9-32C3-0878-F13C5ABD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8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16F3-BA73-94F5-1020-B72A1332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D45BB-16CB-D992-67B0-1B2D681F3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3F70-0752-2565-A03B-62B64005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5E59C-0DE6-FBD7-964E-E4C672E0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FC98-A62F-9878-3933-5094BF7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8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1B7D-8A3E-CEBF-CBAA-287870B4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9417-DBC7-8512-9A3D-25FB776CC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7967C-D196-876A-8F72-6F3FBED25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F833A-8D30-E673-435B-7D5A501E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BB215-9B62-5722-C19E-95676461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C24DA-BCB6-9F84-2E61-99520DE1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39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9974-7069-9AD8-3601-5931937F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D92F-C546-49DF-3BA6-6BEE64A12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EF4C3-7ACD-6A77-E5B5-91025B70E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A3158-325F-ADA0-E444-07D8B0E09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62443-959F-3BF4-D6F1-C0A88BA8A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40F853-E2D0-BFFC-35F3-9B4A1D54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307015-6512-F55B-6995-D9CDF5ED6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FF065-8F24-5239-BC41-FE708294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11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9075-EBBB-8F99-EAB8-3B9782C5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02B1B-8921-EAC1-E1C9-DDBE1127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80E13-A29E-77D7-378E-E5BB388A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151E6-D39C-DD10-67A0-1D52FC71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53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9A0F8-3DDE-7918-2398-9E9CB32D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ACDD1-88E5-8E95-A098-1E2389F1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EE88F-E8DA-E511-7F24-F5663D8C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10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E19B-DF20-C88E-0E48-9B37A519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5512A-D8D9-08A5-6DD8-D14DF314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45C0E-901D-E50C-26DB-F1409524F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49069-5732-A80F-AE16-E315A5E3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D4E94-C360-C10A-FE63-4B65BB73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7E3E5-8C97-0119-ACEC-31D905C4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51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9EB0-3140-F0B5-BE9B-940CE7BF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1D746-3AA3-5D78-8153-73030BDDB1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57D7D-84E9-49A3-EE2A-9AEB88BFC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6BB51-D39C-AA46-E20B-CA9244B9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F04D-1224-9E32-1AF1-5EFB1B60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4A85B-C495-BA6D-9687-F3CC1BCD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78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0995-51FE-E64C-53E4-B91D624F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018B3-0F02-F648-3A00-D47BB8038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7406-6C12-5AB9-4E15-0A4A9383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96608-3C65-2563-1E72-6BBC5B46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9639A-3C24-84C0-6BC9-F79203AB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63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A8DA1-787C-DC5C-9F55-2C2467EF9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5503A-817F-62C7-D6C6-1B8CE8E65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AFC9-A565-E91B-B533-8510E5FD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C9AE-0296-1837-FF85-729E3A5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BD07A-0611-8242-E0EE-88220814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1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78474-04EA-6C7D-A9D8-EDEFEBB1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8A25A-7504-3364-22BB-223DAA603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99A76-C040-2628-4624-6A99F2CA8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45BA2-A200-45BF-B1BE-0562B8738D7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4FD5-EAB4-499F-76C9-8C56A9636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09E8E-035F-36CE-B07F-86089D618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2C961-40FB-42AD-A65F-492D5D578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31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894703-0052-8EF4-F506-46AD60A6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08857"/>
            <a:ext cx="11854543" cy="686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7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B9BA83-2FD9-0BF5-381B-D9855883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" y="141514"/>
            <a:ext cx="11951314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7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94F474-666F-0161-6CB8-DEE12436F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" y="-217714"/>
            <a:ext cx="11951314" cy="707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9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958724-71AA-5908-825A-9C2C18AF2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0"/>
            <a:ext cx="12084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6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C28B36-13CD-B9B9-D521-14B067EE0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0"/>
            <a:ext cx="1216087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38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37C7DC-12D9-3B53-2385-057A40919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66" y="682484"/>
            <a:ext cx="10065267" cy="54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0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494B64-9722-4ED7-C34C-0B1BDC09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0"/>
            <a:ext cx="11952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0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B1235E-DB40-E1D3-75A0-1AD34364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0"/>
            <a:ext cx="1206562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8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F211DA-539B-582C-422B-5BCBB3E8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0"/>
            <a:ext cx="1217992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7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45A7-A620-C383-F878-9FA0D43F4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65325"/>
            <a:ext cx="10515600" cy="1325563"/>
          </a:xfrm>
        </p:spPr>
        <p:txBody>
          <a:bodyPr/>
          <a:lstStyle/>
          <a:p>
            <a:r>
              <a:rPr lang="en-IN" dirty="0"/>
              <a:t>			</a:t>
            </a:r>
            <a:r>
              <a:rPr lang="en-IN" sz="7200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416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 K</dc:creator>
  <cp:lastModifiedBy>Gopi K</cp:lastModifiedBy>
  <cp:revision>1</cp:revision>
  <dcterms:created xsi:type="dcterms:W3CDTF">2026-08-04T06:59:29Z</dcterms:created>
  <dcterms:modified xsi:type="dcterms:W3CDTF">2026-08-04T07:19:00Z</dcterms:modified>
</cp:coreProperties>
</file>